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1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r>
              <a:rPr sz="2400"/>
              <a:t>Financial Sales Dashboard</a:t>
            </a:r>
            <a:endParaRPr sz="2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noAutofit/>
          </a:bodyPr>
          <a:lstStyle/>
          <a:p>
            <a:r>
              <a:rPr sz="2400">
                <a:solidFill>
                  <a:schemeClr val="tx1"/>
                </a:solidFill>
              </a:rPr>
              <a:t>Data Analyst Internship – Task 4</a:t>
            </a:r>
            <a:endParaRPr sz="2400">
              <a:solidFill>
                <a:schemeClr val="tx1"/>
              </a:solidFill>
            </a:endParaRPr>
          </a:p>
          <a:p>
            <a:r>
              <a:rPr sz="2400">
                <a:solidFill>
                  <a:schemeClr val="tx1"/>
                </a:solidFill>
              </a:rPr>
              <a:t>Prepared By: Sumit Suman</a:t>
            </a:r>
            <a:endParaRPr sz="2400">
              <a:solidFill>
                <a:schemeClr val="tx1"/>
              </a:solidFill>
            </a:endParaRPr>
          </a:p>
          <a:p>
            <a:r>
              <a:rPr sz="2400">
                <a:solidFill>
                  <a:schemeClr val="tx1"/>
                </a:solidFill>
              </a:rPr>
              <a:t>Tool Used: Power BI</a:t>
            </a:r>
            <a:endParaRPr sz="2400">
              <a:solidFill>
                <a:schemeClr val="tx1"/>
              </a:solidFill>
            </a:endParaRPr>
          </a:p>
          <a:p>
            <a:r>
              <a:rPr sz="2400">
                <a:solidFill>
                  <a:schemeClr val="tx1"/>
                </a:solidFill>
              </a:rPr>
              <a:t>Dataset: Financial Sample Dataset</a:t>
            </a:r>
            <a:endParaRPr sz="2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r>
              <a:rPr sz="2000"/>
              <a:t>Project Overview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r>
              <a:rPr sz="2000"/>
              <a:t>Objective: Design an interactive dashboard for business stakeholders.</a:t>
            </a:r>
            <a:endParaRPr sz="2000"/>
          </a:p>
          <a:p>
            <a:endParaRPr sz="2000"/>
          </a:p>
          <a:p>
            <a:r>
              <a:rPr sz="2000"/>
              <a:t>Tools Used:</a:t>
            </a:r>
            <a:endParaRPr sz="2000"/>
          </a:p>
          <a:p>
            <a:r>
              <a:rPr sz="2000"/>
              <a:t>• Power BI</a:t>
            </a:r>
            <a:endParaRPr sz="2000"/>
          </a:p>
          <a:p>
            <a:r>
              <a:rPr sz="2000"/>
              <a:t>• Excel Dataset</a:t>
            </a:r>
            <a:endParaRPr sz="2000"/>
          </a:p>
          <a:p>
            <a:endParaRPr sz="2000"/>
          </a:p>
          <a:p>
            <a:r>
              <a:rPr sz="2000"/>
              <a:t>Features:</a:t>
            </a:r>
            <a:endParaRPr sz="2000"/>
          </a:p>
          <a:p>
            <a:r>
              <a:rPr sz="2000"/>
              <a:t>• KPI Cards</a:t>
            </a:r>
            <a:endParaRPr sz="2000"/>
          </a:p>
          <a:p>
            <a:r>
              <a:rPr sz="2000"/>
              <a:t>• Sales Trend Analysis</a:t>
            </a:r>
            <a:endParaRPr sz="2000"/>
          </a:p>
          <a:p>
            <a:r>
              <a:rPr sz="2000"/>
              <a:t>• Product Performance Analysis</a:t>
            </a:r>
            <a:endParaRPr sz="2000"/>
          </a:p>
          <a:p>
            <a:r>
              <a:rPr sz="2000"/>
              <a:t>• Segment Analysis</a:t>
            </a:r>
            <a:endParaRPr sz="2000"/>
          </a:p>
          <a:p>
            <a:r>
              <a:rPr sz="2000"/>
              <a:t>• Interactive Filters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Dashboard Components</a:t>
            </a:r>
            <a:endParaRPr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KPIs:</a:t>
            </a:r>
            <a:endParaRPr sz="2000"/>
          </a:p>
          <a:p>
            <a:r>
              <a:rPr sz="2000"/>
              <a:t>• Total Sales: 18.25M</a:t>
            </a:r>
            <a:endParaRPr sz="2000"/>
          </a:p>
          <a:p>
            <a:r>
              <a:rPr sz="2000"/>
              <a:t>• Total Profit: 2.31M</a:t>
            </a:r>
            <a:endParaRPr sz="2000"/>
          </a:p>
          <a:p>
            <a:r>
              <a:rPr sz="2000"/>
              <a:t>• Units Sold: 162.42K</a:t>
            </a:r>
            <a:endParaRPr sz="2000"/>
          </a:p>
          <a:p>
            <a:r>
              <a:rPr sz="2000"/>
              <a:t>• Gross Sales: 19.83M</a:t>
            </a:r>
            <a:endParaRPr sz="2000"/>
          </a:p>
          <a:p>
            <a:endParaRPr sz="2000"/>
          </a:p>
          <a:p>
            <a:r>
              <a:rPr sz="2000"/>
              <a:t>Visualizations:</a:t>
            </a:r>
            <a:endParaRPr sz="2000"/>
          </a:p>
          <a:p>
            <a:r>
              <a:rPr sz="2000"/>
              <a:t>• Line Chart</a:t>
            </a:r>
            <a:endParaRPr sz="2000"/>
          </a:p>
          <a:p>
            <a:r>
              <a:rPr sz="2000"/>
              <a:t>• Donut Chart</a:t>
            </a:r>
            <a:endParaRPr sz="2000"/>
          </a:p>
          <a:p>
            <a:r>
              <a:rPr sz="2000"/>
              <a:t>• Bar Chart</a:t>
            </a:r>
            <a:endParaRPr sz="2000"/>
          </a:p>
          <a:p>
            <a:r>
              <a:rPr sz="2000"/>
              <a:t>• Slicers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Dashboard</a:t>
            </a:r>
            <a:endParaRPr lang="en-US"/>
          </a:p>
        </p:txBody>
      </p:sp>
      <p:pic>
        <p:nvPicPr>
          <p:cNvPr id="4" name="Content Placeholder 3" descr="Screenshot (93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46735" y="1600200"/>
            <a:ext cx="8128635" cy="4570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Key Insights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• Sales fluctuated across months.</a:t>
            </a:r>
            <a:endParaRPr sz="2800"/>
          </a:p>
          <a:p>
            <a:r>
              <a:rPr sz="2800"/>
              <a:t>• Peak sales observed during 2014.</a:t>
            </a:r>
            <a:endParaRPr sz="2800"/>
          </a:p>
          <a:p>
            <a:r>
              <a:rPr sz="2800"/>
              <a:t>• Paseo generated the highest sales.</a:t>
            </a:r>
            <a:endParaRPr sz="2800"/>
          </a:p>
          <a:p>
            <a:r>
              <a:rPr sz="2800"/>
              <a:t>• Government segment contributed the largest share of sales.</a:t>
            </a:r>
            <a:endParaRPr sz="2800"/>
          </a:p>
          <a:p>
            <a:r>
              <a:rPr sz="2800"/>
              <a:t>• Filters allow analysis by Year and Country.</a:t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Dashboard provides a clear overview of business performance.</a:t>
            </a:r>
          </a:p>
          <a:p>
            <a:r>
              <a:t>• Interactive filters support decision-making.</a:t>
            </a:r>
          </a:p>
          <a:p>
            <a:r>
              <a:t>• Visualizations help identify trends.</a:t>
            </a:r>
          </a:p>
          <a:p/>
          <a:p>
            <a:r>
              <a:t>Future Improvements:</a:t>
            </a:r>
          </a:p>
          <a:p>
            <a:r>
              <a:t>• Growth analysis</a:t>
            </a:r>
          </a:p>
          <a:p>
            <a:r>
              <a:t>• Regional analysis</a:t>
            </a:r>
          </a:p>
          <a:p>
            <a:r>
              <a:t>• 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</Words>
  <Application>WPS Presentation</Application>
  <PresentationFormat>On-screen Show (4:3)</PresentationFormat>
  <Paragraphs>57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Manrope ExtraBold</vt:lpstr>
      <vt:lpstr>Lato</vt:lpstr>
      <vt:lpstr>Segoe Print</vt:lpstr>
      <vt:lpstr>江城圆体 400W</vt:lpstr>
      <vt:lpstr>Crimson Text SemiBold</vt:lpstr>
      <vt:lpstr>Charis SIL</vt:lpstr>
      <vt:lpstr>Office Theme</vt:lpstr>
      <vt:lpstr>Financial Sales Dashboard</vt:lpstr>
      <vt:lpstr>Project Overview</vt:lpstr>
      <vt:lpstr>Dashboard Components</vt:lpstr>
      <vt:lpstr>PowerPoint 演示文稿</vt:lpstr>
      <vt:lpstr>Key Insights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WPS_1713553271</cp:lastModifiedBy>
  <cp:revision>2</cp:revision>
  <dcterms:created xsi:type="dcterms:W3CDTF">2013-01-27T09:14:00Z</dcterms:created>
  <dcterms:modified xsi:type="dcterms:W3CDTF">2026-06-04T14:53:07Z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E15AC398740A4C14BBFAD4CD20DFE414_13</vt:lpwstr>
  </property>
  <property fmtid="{D5CDD505-2E9C-101B-9397-08002B2CF9AE}" pid="3" name="KSOProductBuildVer">
    <vt:lpwstr>1033-12.1.0.26372</vt:lpwstr>
  </property>
</Properties>
</file>